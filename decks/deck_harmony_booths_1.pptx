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01968"/>
            <a:ext cx="64008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>
                <a:solidFill>
                  <a:srgbClr val="64748B"/>
                </a:solidFill>
              </a:rPr>
              <a:t>LeadGen AI  ·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601968"/>
            <a:ext cx="130759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64748B"/>
                </a:solidFill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64592"/>
            <a:ext cx="1737360" cy="21945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0" tIns="0" bIns="0"/>
          <a:lstStyle/>
          <a:p>
            <a:pPr algn="ctr"/>
            <a:r>
              <a:rPr sz="700" b="1">
                <a:solidFill>
                  <a:srgbClr val="FFFFFF"/>
                </a:solidFill>
              </a:rPr>
              <a:t>Built on 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71323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</a:rPr>
              <a:t>Why Harmony Booths 1 is invisible to your buyers</a:t>
            </a:r>
          </a:p>
          <a:p>
            <a:pPr algn="l">
              <a:spcBef>
                <a:spcPts val="800"/>
              </a:spcBef>
            </a:pPr>
            <a:r>
              <a:rPr sz="1100" b="0" i="0">
                <a:solidFill>
                  <a:srgbClr val="94A3B8"/>
                </a:solidFill>
              </a:rPr>
              <a:t>Affordable photo booth hire across the UK. Perfect for weddings, parties, and corporate events with unlimited prints and  |  Outbound Pipeline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179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Prepared for Founder at Harmony Booths 1  · 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371600"/>
            <a:ext cx="3657600" cy="128016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087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7C3AED"/>
                </a:solidFill>
              </a:rPr>
              <a:t>4–8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21408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qualified calls/month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2788920"/>
            <a:ext cx="3657600" cy="128016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926079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97316"/>
                </a:solidFill>
              </a:rP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538727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day pilot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4206240"/>
            <a:ext cx="3657600" cy="128016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3434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6B6D4"/>
                </a:solidFill>
              </a:rPr>
              <a:t>£0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956048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if no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5486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50">
                <a:solidFill>
                  <a:srgbClr val="F97316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64008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>
                <a:solidFill>
                  <a:srgbClr val="64748B"/>
                </a:solidFill>
              </a:rPr>
              <a:t>LeadGen AI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601968"/>
            <a:ext cx="130759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64748B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E2E8F0"/>
                </a:solidFill>
              </a:rPr>
              <a:t>Harmony Booths 1’s growth depends on being found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5577840" cy="196596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353312"/>
            <a:ext cx="517550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your buyers never see Harmony Booths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719072"/>
            <a:ext cx="5175503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Without outbound, Harmony Booths 1 only reaches buyers who find them first. The rest of the market is untouched.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88720"/>
            <a:ext cx="5577840" cy="196596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353312"/>
            <a:ext cx="517550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Spend £1 to acquire every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719072"/>
            <a:ext cx="5175503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Remove the budget and the pipeline stops. Not gradually — immediately. You are renting your pipeline, not building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337560"/>
            <a:ext cx="5577840" cy="196596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3502152"/>
            <a:ext cx="517550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competitors in your space is already in those inboxes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867911"/>
            <a:ext cx="5175503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They reached your buyers first. That conversation happened without Harmony Booths 1.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337560"/>
            <a:ext cx="5577840" cy="196596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02152"/>
            <a:ext cx="517550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CPAs compound as audiences saturate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3867911"/>
            <a:ext cx="5175503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What works at £30 per lead becomes £90 within 18 months. The ceiling drops as the audience shrinks.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532120"/>
            <a:ext cx="11338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This caps your pipeline. Hard.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5486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50">
                <a:solidFill>
                  <a:srgbClr val="06B6D4"/>
                </a:solidFill>
              </a:rPr>
              <a:t>POWERED BY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64008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>
                <a:solidFill>
                  <a:srgbClr val="64748B"/>
                </a:solidFill>
              </a:rPr>
              <a:t>LeadGen AI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601968"/>
            <a:ext cx="130759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64748B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E2E8F0"/>
                </a:solidFill>
              </a:rPr>
              <a:t>Powered by Claude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3474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6128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Identify your buyers before they start searching for a solution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258568"/>
            <a:ext cx="3474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76856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Research every contact — the core problem Harmony Booths 1 solves as the hook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374135"/>
            <a:ext cx="3474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392423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Reach them with sequences that read like a peer sent them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4489703"/>
            <a:ext cx="3474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507991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Classify replies the same day — interested leads move to a booked 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097280"/>
            <a:ext cx="5486400" cy="502920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097280"/>
            <a:ext cx="5486400" cy="292608"/>
          </a:xfrm>
          <a:prstGeom prst="rect">
            <a:avLst/>
          </a:prstGeom>
          <a:solidFill>
            <a:srgbClr val="1C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73952" y="1197864"/>
            <a:ext cx="109728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1197864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76288" y="1197864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1536192"/>
            <a:ext cx="50749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DD3FC"/>
                </a:solidFill>
                <a:latin typeface="Courier New"/>
              </a:rPr>
              <a:t>$ claude run leadgen-agent --company "Harmony Booths 1"</a:t>
            </a:r>
          </a:p>
          <a:p>
            <a:pPr algn="l">
              <a:spcBef>
                <a:spcPts val="400"/>
              </a:spcBef>
            </a:pPr>
            <a:r>
              <a:rPr sz="900" b="0" i="0">
                <a:solidFill>
                  <a:srgbClr val="4ADE80"/>
                </a:solidFill>
                <a:latin typeface="Courier New"/>
              </a:rPr>
              <a:t>&gt; Scanning Affordable photo booth hire across the UK. Perfect for weddings, parties, and corporate events with unlimited prints and for your buyers...</a:t>
            </a:r>
          </a:p>
          <a:p>
            <a:pPr algn="l">
              <a:spcBef>
                <a:spcPts val="400"/>
              </a:spcBef>
            </a:pPr>
            <a:r>
              <a:rPr sz="900" b="0" i="0">
                <a:solidFill>
                  <a:srgbClr val="4ADE80"/>
                </a:solidFill>
                <a:latin typeface="Courier New"/>
              </a:rPr>
              <a:t>&gt; Pain point identified: the core problem Harmony Booths 1 solves</a:t>
            </a:r>
          </a:p>
          <a:p>
            <a:pPr algn="l">
              <a:spcBef>
                <a:spcPts val="400"/>
              </a:spcBef>
            </a:pPr>
            <a:r>
              <a:rPr sz="900" b="0" i="0">
                <a:solidFill>
                  <a:srgbClr val="4ADE80"/>
                </a:solidFill>
                <a:latin typeface="Courier New"/>
              </a:rPr>
              <a:t>&gt; 47 qualified contacts found in target segment</a:t>
            </a:r>
          </a:p>
          <a:p>
            <a:pPr algn="l">
              <a:spcBef>
                <a:spcPts val="400"/>
              </a:spcBef>
            </a:pPr>
            <a:r>
              <a:rPr sz="900" b="0" i="0">
                <a:solidFill>
                  <a:srgbClr val="4ADE80"/>
                </a:solidFill>
                <a:latin typeface="Courier New"/>
              </a:rPr>
              <a:t>&gt; Sequences queued: 47  |  Expected replies: 8–12</a:t>
            </a:r>
          </a:p>
          <a:p>
            <a:pPr algn="l">
              <a:spcBef>
                <a:spcPts val="400"/>
              </a:spcBef>
            </a:pPr>
            <a:r>
              <a:rPr sz="900" b="0" i="0">
                <a:solidFill>
                  <a:srgbClr val="94A3B8"/>
                </a:solidFill>
                <a:latin typeface="Courier New"/>
              </a:rPr>
              <a:t>Done. Harmony Booths 1 pipeline ready.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5486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50">
                <a:solidFill>
                  <a:srgbClr val="10B981"/>
                </a:solidFill>
              </a:rPr>
              <a:t>MARKET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64008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>
                <a:solidFill>
                  <a:srgbClr val="64748B"/>
                </a:solidFill>
              </a:rPr>
              <a:t>LeadGen AI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601968"/>
            <a:ext cx="130759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64748B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E2E8F0"/>
                </a:solidFill>
              </a:rPr>
              <a:t>competitors in your space is already in your buyers’ inboxes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5303520" cy="310896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53035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389888"/>
            <a:ext cx="4901183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</a:rPr>
              <a:t>Competitor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828800"/>
            <a:ext cx="490118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Running structured cold outreach into your buyers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377440"/>
            <a:ext cx="49011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Booking first conversations before Harmony Booths 1 enters the picture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188720"/>
            <a:ext cx="5303520" cy="310896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188720"/>
            <a:ext cx="530352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7" y="1389888"/>
            <a:ext cx="4901183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</a:rPr>
              <a:t>Competitor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7" y="1828800"/>
            <a:ext cx="490118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Reaching Affordable photo booth hire across the UK. Perfect for weddings, parties, and corporate events with unlimited prints and buyers at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7" y="2377440"/>
            <a:ext cx="49011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Capturing demand before it becomes a 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526280"/>
            <a:ext cx="11365992" cy="150876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4526280"/>
            <a:ext cx="54864" cy="1508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6634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They get first contact. You do not.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94A3B8"/>
                </a:solidFill>
              </a:rPr>
              <a:t>First contact sets the frame. That matters more than having a better product.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5486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50">
                <a:solidFill>
                  <a:srgbClr val="7C3AED"/>
                </a:solidFill>
              </a:rPr>
              <a:t>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64008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>
                <a:solidFill>
                  <a:srgbClr val="64748B"/>
                </a:solidFill>
              </a:rPr>
              <a:t>LeadGen AI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601968"/>
            <a:ext cx="130759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64748B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E2E8F0"/>
                </a:solidFill>
              </a:rPr>
              <a:t>The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11365992" cy="132588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54864" cy="13258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457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97316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371600"/>
            <a:ext cx="1036015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We find the your buyers already dealing with the core problem Harmony Booths 1 solves — before they go looking for a solution.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697480"/>
            <a:ext cx="11365992" cy="132588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697480"/>
            <a:ext cx="54864" cy="1325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017520"/>
            <a:ext cx="457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6B6D4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880360"/>
            <a:ext cx="1036015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We reach them directly. Every message is grounded in something real about their business.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206240"/>
            <a:ext cx="11365992" cy="132588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4206240"/>
            <a:ext cx="54864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526279"/>
            <a:ext cx="457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0B981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389120"/>
            <a:ext cx="1036015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We turn replies into booked conversations with Harmony Booths 1’s team. Nothing is missed.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5486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50">
                <a:solidFill>
                  <a:srgbClr val="10B981"/>
                </a:solidFill>
              </a:rPr>
              <a:t>PILOT + CTA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64008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>
                <a:solidFill>
                  <a:srgbClr val="64748B"/>
                </a:solidFill>
              </a:rPr>
              <a:t>LeadGen AI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601968"/>
            <a:ext cx="130759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64748B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EF4444"/>
                </a:solidFill>
              </a:rPr>
              <a:t>No results. No charge.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70432"/>
            <a:ext cx="3474720" cy="132588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3108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7C3AED"/>
                </a:solidFill>
              </a:rPr>
              <a:t>4–8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qualified calls per month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33087" y="1170432"/>
            <a:ext cx="3474720" cy="132588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1261872"/>
            <a:ext cx="3108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97316"/>
                </a:solidFill>
              </a:rP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182880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days to first results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54696" y="1170432"/>
            <a:ext cx="3474720" cy="132588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37575" y="1261872"/>
            <a:ext cx="3108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6B6D4"/>
                </a:solidFill>
              </a:rPr>
              <a:t>£0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7575" y="182880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cost if no qualified conversations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724912"/>
            <a:ext cx="11365992" cy="251460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85292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Book a 20-minute call. We will walk through the target list, the sequence, and expected volume — specific to Harmony Booths 1.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566160"/>
            <a:ext cx="4114800" cy="475488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Book a Call  →  calendly.com/leadgenai/30min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983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Pilot: Free  |  Ongoing: from £1,500/month  |  No long-term contract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