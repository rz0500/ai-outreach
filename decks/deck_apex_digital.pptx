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6400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64748B"/>
                </a:solidFill>
              </a:rPr>
              <a:t>LeadGen AI  · 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601968"/>
            <a:ext cx="1307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64748B"/>
                </a:solidFill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64592"/>
            <a:ext cx="1737360" cy="21945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0" tIns="0" bIns="0"/>
          <a:lstStyle/>
          <a:p>
            <a:pPr algn="ctr"/>
            <a:r>
              <a:rPr sz="700" b="1">
                <a:solidFill>
                  <a:srgbClr val="FFFFFF"/>
                </a:solidFill>
              </a:rPr>
              <a:t>Built on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71323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Why Apex Digital’s pipeline stops when the budget does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94A3B8"/>
                </a:solidFill>
              </a:rPr>
              <a:t>B2B SaaS for construction project managers  |  Outbound Pipeline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Prepared for James at Apex Digital  ·  April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371600"/>
            <a:ext cx="3657600" cy="12801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087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7C3AED"/>
                </a:solidFill>
              </a:rPr>
              <a:t>4–8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2140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qualified calls/month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788920"/>
            <a:ext cx="3657600" cy="12801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926079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538727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day 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4206240"/>
            <a:ext cx="3657600" cy="12801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3434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6B6D4"/>
                </a:solidFill>
              </a:rPr>
              <a:t>£0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95604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if no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spc="150">
                <a:solidFill>
                  <a:srgbClr val="F97316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601968"/>
            <a:ext cx="6400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64748B"/>
                </a:solidFill>
              </a:rPr>
              <a:t>LeadGen AI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601968"/>
            <a:ext cx="1307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64748B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2E8F0"/>
                </a:solidFill>
              </a:rPr>
              <a:t>Paid traffic alone cannot build Apex Digital’s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5577840" cy="19659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53312"/>
            <a:ext cx="517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</a:rPr>
              <a:t>mid-sized UK construction firms managing 5+ concurrent projects never see Apex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19072"/>
            <a:ext cx="517550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Without outbound, Apex Digital only reaches buyers who find them first. The rest of the market is untouched.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5577840" cy="19659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353312"/>
            <a:ext cx="517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</a:rPr>
              <a:t>Spend £1 to acquire every 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719072"/>
            <a:ext cx="517550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Remove the budget and the pipeline stops. Not gradually — immediately. You are renting your pipeline, not building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337560"/>
            <a:ext cx="5577840" cy="19659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502152"/>
            <a:ext cx="517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</a:rPr>
              <a:t>Buildertrend and CoConstruct are already in those inboxes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867911"/>
            <a:ext cx="517550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They reached mid-sized UK construction firms managing 5+ concurrent projects first. That conversation happened without Apex Digital.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19659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3502152"/>
            <a:ext cx="517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</a:rPr>
              <a:t>CPAs compound as audiences saturate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867911"/>
            <a:ext cx="517550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What works at £30 per lead becomes £90 within 18 months. The ceiling drops as the audience shrinks.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53212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This caps your pipeline. Hard.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spc="150">
                <a:solidFill>
                  <a:srgbClr val="06B6D4"/>
                </a:solidFill>
              </a:rPr>
              <a:t>POWERED BY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601968"/>
            <a:ext cx="6400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64748B"/>
                </a:solidFill>
              </a:rPr>
              <a:t>LeadGen AI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601968"/>
            <a:ext cx="1307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64748B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2E8F0"/>
                </a:solidFill>
              </a:rPr>
              <a:t>Powered by 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61288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Identify mid-sized UK construction firms managing 5+ concurrent projects before they start searching for a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58568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7685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Research every contact — miscommunication between site and office as the hook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74135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92423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Reach them with sequences that read like a peer sent them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489703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507991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Classify replies the same day — interested leads move to a booked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097280"/>
            <a:ext cx="5486400" cy="502920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097280"/>
            <a:ext cx="5486400" cy="292608"/>
          </a:xfrm>
          <a:prstGeom prst="rect">
            <a:avLst/>
          </a:prstGeom>
          <a:solidFill>
            <a:srgbClr val="1C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3952" y="1197864"/>
            <a:ext cx="109728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1197864"/>
            <a:ext cx="109728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76288" y="1197864"/>
            <a:ext cx="10972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536192"/>
            <a:ext cx="5074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$ claude run leadgen-agent --company "Apex Digital"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4ADE80"/>
                </a:solidFill>
                <a:latin typeface="Courier New"/>
              </a:rPr>
              <a:t>&gt; Scanning B2B SaaS for construction project managers for mid-sized UK construction firms managing 5+ concurrent projects...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4ADE80"/>
                </a:solidFill>
                <a:latin typeface="Courier New"/>
              </a:rPr>
              <a:t>&gt; Pain point identified: miscommunication between site and office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4ADE80"/>
                </a:solidFill>
                <a:latin typeface="Courier New"/>
              </a:rPr>
              <a:t>&gt; 47 qualified contacts found in target segment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4ADE80"/>
                </a:solidFill>
                <a:latin typeface="Courier New"/>
              </a:rPr>
              <a:t>&gt; Sequences queued: 47  |  Expected replies: 8–12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94A3B8"/>
                </a:solidFill>
                <a:latin typeface="Courier New"/>
              </a:rPr>
              <a:t>Done. Apex Digital pipeline ready.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spc="150">
                <a:solidFill>
                  <a:srgbClr val="10B981"/>
                </a:solidFill>
              </a:rPr>
              <a:t>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601968"/>
            <a:ext cx="6400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64748B"/>
                </a:solidFill>
              </a:rPr>
              <a:t>LeadGen AI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601968"/>
            <a:ext cx="1307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64748B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E2E8F0"/>
                </a:solidFill>
              </a:rPr>
              <a:t>Buildertrend and CoConstruct are already in your buyers’ inboxes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5303520" cy="31089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53035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89888"/>
            <a:ext cx="4901183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Buildertrend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490118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Running structured cold outreach into mid-sized UK construction firms managing 5+ concurrent projects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377440"/>
            <a:ext cx="490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Booking first conversations before Apex Digital enters the picture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303520" cy="31089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3035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389888"/>
            <a:ext cx="4901183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CoConstruct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1828800"/>
            <a:ext cx="490118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Reaching B2B SaaS for construction project managers buyers at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7" y="2377440"/>
            <a:ext cx="490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Capturing demand before it becomes a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526280"/>
            <a:ext cx="11365992" cy="150876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4526280"/>
            <a:ext cx="54864" cy="1508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6634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They get first contact. You do not.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4A3B8"/>
                </a:solidFill>
              </a:rPr>
              <a:t>First contact sets the frame. That matters more than having a better product.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spc="150">
                <a:solidFill>
                  <a:srgbClr val="7C3AED"/>
                </a:solidFill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601968"/>
            <a:ext cx="6400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64748B"/>
                </a:solidFill>
              </a:rPr>
              <a:t>LeadGen AI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601968"/>
            <a:ext cx="1307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64748B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2E8F0"/>
                </a:solidFill>
              </a:rPr>
              <a:t>The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11365992" cy="132588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54864" cy="13258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457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97316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371600"/>
            <a:ext cx="1036015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We find the mid-sized UK construction firms managing 5+ concurrent projects already dealing with miscommunication between site and office — before they go looking for a 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697480"/>
            <a:ext cx="11365992" cy="132588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697480"/>
            <a:ext cx="54864" cy="1325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017520"/>
            <a:ext cx="457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880360"/>
            <a:ext cx="1036015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We reach them directly. Every message is grounded in something real about their business.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06240"/>
            <a:ext cx="11365992" cy="132588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4206240"/>
            <a:ext cx="54864" cy="1325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526279"/>
            <a:ext cx="457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0B981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89120"/>
            <a:ext cx="1036015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We turn replies into booked conversations with Apex Digital’s team. Nothing is missed.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spc="150">
                <a:solidFill>
                  <a:srgbClr val="10B981"/>
                </a:solidFill>
              </a:rPr>
              <a:t>PILOT + CTA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601968"/>
            <a:ext cx="6400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64748B"/>
                </a:solidFill>
              </a:rPr>
              <a:t>LeadGen AI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601968"/>
            <a:ext cx="1307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64748B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</a:rPr>
              <a:t>No results. No charge.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70432"/>
            <a:ext cx="3474720" cy="132588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7C3AED"/>
                </a:solidFill>
              </a:rPr>
              <a:t>4–8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qualified calls per month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3087" y="1170432"/>
            <a:ext cx="3474720" cy="132588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261872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97316"/>
                </a:solidFill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18288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days to first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54696" y="1170432"/>
            <a:ext cx="3474720" cy="132588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7575" y="1261872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6B6D4"/>
                </a:solidFill>
              </a:rPr>
              <a:t>£0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5" y="18288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cost if no qualified conversations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724912"/>
            <a:ext cx="11365992" cy="2514600"/>
          </a:xfrm>
          <a:prstGeom prst="rect">
            <a:avLst/>
          </a:prstGeom>
          <a:solidFill>
            <a:srgbClr val="131929"/>
          </a:solidFill>
          <a:ln w="9525">
            <a:solidFill>
              <a:srgbClr val="3D4A5C"/>
            </a:solidFill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5292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Book a 20-minute call. We will walk through the target list, the sequence, and expected volume — specific to Apex Digital.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566160"/>
            <a:ext cx="4114800" cy="475488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Book a Call  →  calendly.com/leadgenai/30min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83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Pilot: Free  |  Ongoing: from £1,500/month  |  No long-term contract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