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4592"/>
            <a:ext cx="17373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Built on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7132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Why Apex Digital’s pipeline stops when the budget does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94A3B8"/>
                </a:solidFill>
              </a:rPr>
              <a:t>B2B SaaS for construction project managers  |  Outbound Pipeline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Prepared for James at Apex Digital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2140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qualified calls/month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78892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7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38727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day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20624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5604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if no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F9731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Paid traffic alone cannot build Apex Digital’s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mid-sized UK construction firms managing 5+ concurrent projects never see Apex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Without outbound, Apex Digital only reaches buyers who find them first. The rest of the market is untouched.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Spend £1 to acquire every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Remove the budget and the pipeline stops. Not gradually — immediately. You are renting your pipeline, not building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Buildertrend and CoConstruct are already in those inboxes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They reached mid-sized UK construction firms managing 5+ concurrent projects first. That conversation happened without Apex Digital.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CPAs compound as audiences saturate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What works at £30 per lead becomes £90 within 18 months. The ceiling drops as the audience shrinks.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This caps your pipeline.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06B6D4"/>
                </a:solidFill>
              </a:rPr>
              <a:t>POWERED BY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Powered by 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612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Identify mid-sized UK construction firms managing 5+ concurrent projects before they start searching for a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5856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7685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Research every contact — miscommunication between site and office as the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74135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Reach them with sequences that read like a peer sent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489703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0799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Classify replies the same day — interested leads move to a booked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486400" cy="50292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5486400" cy="29260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119786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19786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76288" y="11978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536192"/>
            <a:ext cx="5074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DD3FC"/>
                </a:solidFill>
                <a:latin typeface="Courier New"/>
              </a:rPr>
              <a:t>$ claude run leadgen-agent --company "Apex Digital"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Scanning B2B SaaS for construction project managers for mid-sized UK construction firms managing 5+ concurrent projects...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Pain point identified: miscommunication between site and office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47 qualified contacts found in target segment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Sequences queued: 47  |  Expected replies: 8–12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94A3B8"/>
                </a:solidFill>
                <a:latin typeface="Courier New"/>
              </a:rPr>
              <a:t>Done. Apex Digital pipeline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2E8F0"/>
                </a:solidFill>
              </a:rPr>
              <a:t>Buildertrend and CoConstruct are already in your buyers’ inboxes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Buildertrend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Running structured cold outreach into mid-sized UK construction firms managing 5+ concurrent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Booking first conversations before Apex Digital enters the picture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303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CoConstruct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Reaching B2B SaaS for construction project managers buyers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Capturing demand before it becomes a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26280"/>
            <a:ext cx="11365992" cy="15087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2628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They get first contact. You do not.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94A3B8"/>
                </a:solidFill>
              </a:rPr>
              <a:t>First contact sets the frame. That matters more than having a better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7C3AED"/>
                </a:solidFill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4864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7160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find the mid-sized UK construction firms managing 5+ concurrent projects already dealing with miscommunication between site and office — before they go looking for a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697480"/>
            <a:ext cx="54864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803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reach them directly. Every message is grounded in something real about their business.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0624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2062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26279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8912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turn replies into booked conversations with Apex Digital’s team. Nothing is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PILOT + 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</a:rPr>
              <a:t>No results. No charge.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qualified calls per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days to first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4696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5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cost if no qualified conversations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24912"/>
            <a:ext cx="11365992" cy="25146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52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Book a 20-minute call. We will walk through the target list, the sequence, and expected volume — specific to Apex Digital.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4114800" cy="475488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Book a Call  →  calendly.com/leadgenai/30min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Pilot: Free  |  Ongoing: from £1,500/month  |  No long-term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